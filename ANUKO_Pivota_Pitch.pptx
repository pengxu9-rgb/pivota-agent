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Named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B22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Repair Oil</c:v>
                  </c:pt>
                  <c:pt idx="1">
                    <c:v>Hair Butter</c:v>
                  </c:pt>
                  <c:pt idx="2">
                    <c:v>Detangle Brush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</c:v>
                </c:pt>
                <c:pt idx="1">
                  <c:v>56</c:v>
                </c:pt>
                <c:pt idx="2">
                  <c:v>22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B22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7C8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Opener. We audited ANUKO's three hero SKUs the way an AI shopping assistant actually sees them. The headline: AI can find you, but it doesn't recommend you, cite your own store, or vouch that you work — and all three are fixable and measurable.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the assistant is the decision point. Whoever it names and links wins. Set up that we measured exactly where ANUKO stands in that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credibility. Real grounded queries against both major engines, per SKU, plus an independent fact-check of the answers. This is repeatable — we re-run the same audit to show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scores are low because the engine only credits ANUKO when ANUKO's own source is cited. Butter is strongest, brush weakest. Next three slides explain the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Nuance that keeps us honest: ChatGPT does cite your store on branded 'where to buy ANUKO X' queries. The gap is Gemini (zero) and the brush (zero on both).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news and the gap in one chart: strong demand pull (up to 56% named), but the citation lands on resellers. We convert those mentions into first-party citations.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trust gap. Even where AI mentions ANUKO, it has no efficacy or review substance to cite. That's a content/evidence gap we fill on your own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slide. ChatGPT proves the citation is winnable; Gemini shows the money leaking to resellers. Our job is to make both answers point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offer, in three moves: own the answer, publish the proof, and prove movement with the same measurement. Everything is on ANUKO's own pages — no channel dependence.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reframe: this isn't a demand problem, it's a first-party visibility + proof problem — both measurable, both winnable, starting with the hero SKUs.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05840"/>
            <a:ext cx="3840480" cy="3840480"/>
          </a:xfrm>
          <a:prstGeom prst="ellipse">
            <a:avLst/>
          </a:prstGeom>
          <a:solidFill>
            <a:srgbClr val="6D2E4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2377440"/>
            <a:ext cx="2926080" cy="2926080"/>
          </a:xfrm>
          <a:prstGeom prst="ellipse">
            <a:avLst/>
          </a:prstGeom>
          <a:solidFill>
            <a:srgbClr val="A26769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VISIBILITY AUDIT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3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ANUKO the answer AI gives?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9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shopper asks ChatGPT or Gemini for the best bond-repair hair oil — does it name you, cite your store, and vouch that you work?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ANUKO  ×  Pivota      ·   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the new front door to your category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shoppers start with a question, not a search box: </a:t>
            </a:r>
            <a:pPr indent="0" marL="0">
              <a:lnSpc>
                <a:spcPct val="115000"/>
              </a:lnSpc>
              <a:buNone/>
            </a:pPr>
            <a:r>
              <a:rPr lang="en-US" sz="17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“best bond-repair hair oil?”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the assistant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gets the sale. Everyone else is invisible at the moment of decision.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212080" y="1600200"/>
            <a:ext cx="3383280" cy="1051560"/>
          </a:xfrm>
          <a:prstGeom prst="roundRect">
            <a:avLst>
              <a:gd name="adj" fmla="val 12174"/>
            </a:avLst>
          </a:prstGeom>
          <a:solidFill>
            <a:srgbClr val="F7F1F3"/>
          </a:solidFill>
          <a:ln w="12700">
            <a:solidFill>
              <a:srgbClr val="E7DB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94960" y="1737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best bond-repair hair oil for damaged hair?”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94960" y="2880360"/>
            <a:ext cx="3200400" cy="1371600"/>
          </a:xfrm>
          <a:prstGeom prst="roundRect">
            <a:avLst>
              <a:gd name="adj" fmla="val 9333"/>
            </a:avLst>
          </a:prstGeom>
          <a:solidFill>
            <a:srgbClr val="2E18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77840" y="30175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 </a:t>
            </a:r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3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“Top options are K18, a reseller listing on Olive Young…”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that answer isn't ANUKO.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measured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7F1F3"/>
          </a:solidFill>
          <a:ln w="12700">
            <a:solidFill>
              <a:srgbClr val="E7DB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5740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338328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· Hair Butter · Detangle Brush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82880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7F1F3"/>
          </a:solidFill>
          <a:ln w="12700">
            <a:solidFill>
              <a:srgbClr val="E7DB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205740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606040" y="2971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15768" y="338328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+ Gemini, grounded search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7F1F3"/>
          </a:solidFill>
          <a:ln w="12700">
            <a:solidFill>
              <a:srgbClr val="E7DB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205740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663440" y="2971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/ SKU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73168" y="338328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· reviews · category · attributes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182880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7F1F3"/>
          </a:solidFill>
          <a:ln w="12700">
            <a:solidFill>
              <a:srgbClr val="E7DB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205740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720840" y="29718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fact-checked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30568" y="338328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C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verification pass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audited exactly the pages you'd want to win on — no guesswork, no catalog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Findable — but not recommended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locate ANUKO. It does not yet recommend you, cite your own store, or vouch that you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DB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39572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B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score /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&amp; Repair Hair Oil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50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· not yet visible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2402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DB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39572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B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9184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score / 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Nourishing Hair Butter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950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· not yet visible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2402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DB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239572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B3B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03504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score / 100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Detangle Brush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3950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· not yet visible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hero SKUs sit in the “blocked” band on a first-party basis.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 finds you. Gemini routes around you.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each engine cites ANUKO’s own website as the source: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80467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B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 &amp; Repair Hair Oil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8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B3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B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Nourishing Hair Butter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8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B3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B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Detangle Brush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B3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B3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shoppers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product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ChatGPT points them to anukoofficial.com. But Gemini never cites your site, and the brush is first-party-invisible on both.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don’t own the category answer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7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category questions where AI names ANUKO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852160" y="1965960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7F1F3"/>
          </a:solidFill>
          <a:ln w="12700">
            <a:solidFill>
              <a:srgbClr val="E7DBD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3504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demand is real.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035040" y="26974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names ANUKO on up to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“best…” questions — but grounds the answer in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9B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 Young and marketplaces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your page.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without proof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2E18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860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08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3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15 cited answers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— no evidence they 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783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fact-checked the answers that did mention ANUKO, the verifier found: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233172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7F1F3"/>
          </a:solidFill>
          <a:ln w="12700">
            <a:solidFill>
              <a:srgbClr val="E7DB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3774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“Anuko … reviews”  </a:t>
            </a:r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“only states availability — no reviews or recommendation support.”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329184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7F1F3"/>
          </a:solidFill>
          <a:ln w="12700">
            <a:solidFill>
              <a:srgbClr val="E7DB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3337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Anuko … actually work”  </a:t>
            </a:r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2B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evidence of effectiveness for the intent.”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4343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confirm you’re for sale. It has nothing to say about whether you work.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product. Two very different answers.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86200" cy="2377440"/>
          </a:xfrm>
          <a:prstGeom prst="roundRect">
            <a:avLst>
              <a:gd name="adj" fmla="val 4615"/>
            </a:avLst>
          </a:prstGeom>
          <a:solidFill>
            <a:srgbClr val="3A2430"/>
          </a:solidFill>
          <a:ln w="15875">
            <a:solidFill>
              <a:srgbClr val="C0803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 ·  “where to buy the oil”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F3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“…appears on the official ANUKO website — indicating a direct purchase path.”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win the citation.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828800"/>
            <a:ext cx="3886200" cy="2377440"/>
          </a:xfrm>
          <a:prstGeom prst="roundRect">
            <a:avLst>
              <a:gd name="adj" fmla="val 4615"/>
            </a:avLst>
          </a:prstGeom>
          <a:solidFill>
            <a:srgbClr val="3A2430"/>
          </a:solidFill>
          <a:ln w="15875">
            <a:solidFill>
              <a:srgbClr val="9B3B4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0116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 ·  “best bond-repair hair oil”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46888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F3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the answer in Olive Young and marketplaces. Your own site: nowhere.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3794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sale routes to a reseller.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Pivota closes the gap between these two answers.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Pivota wins the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7556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the category answer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1488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C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each hero SKU’s official page the citable, buyable answer — on both ChatGPT and Gemini.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63040" y="28072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the proof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2004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C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efficacy, ingredient and review evidence on your pages that AI needs to vouch for you.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38587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Re-measure &amp; prove it moved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2519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C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this exact audit. First-party citation and category ownership become numbers that climb.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2743200"/>
            <a:ext cx="3657600" cy="3657600"/>
          </a:xfrm>
          <a:prstGeom prst="ellipse">
            <a:avLst/>
          </a:prstGeom>
          <a:solidFill>
            <a:srgbClr val="6D2E4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1188720"/>
            <a:ext cx="3291840" cy="3291840"/>
          </a:xfrm>
          <a:prstGeom prst="ellipse">
            <a:avLst/>
          </a:prstGeom>
          <a:solidFill>
            <a:srgbClr val="A26769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3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ANUKO the answer AI recommends, cites, and can vouch for.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is already there. Let’s make you the answer — and prove it moved.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ANUKO  ×  Pivota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ANUKO x Pivota — AI Visibility</dc:title>
  <dc:subject>PptxGenJS Presentation</dc:subject>
  <dc:creator>Pivota</dc:creator>
  <cp:lastModifiedBy>Pivota</cp:lastModifiedBy>
  <cp:revision>1</cp:revision>
  <dcterms:created xsi:type="dcterms:W3CDTF">2026-07-02T07:06:50Z</dcterms:created>
  <dcterms:modified xsi:type="dcterms:W3CDTF">2026-07-02T07:06:50Z</dcterms:modified>
</cp:coreProperties>
</file>